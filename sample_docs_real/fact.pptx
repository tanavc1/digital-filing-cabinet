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Confidential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secret code for PPTX is 9012.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