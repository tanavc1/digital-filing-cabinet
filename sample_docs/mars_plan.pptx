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Mars Colonization Strategy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Q3 2025 Strategic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Mission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Establish permanent base by 2035</a:t>
            </a:r>
          </a:p>
          <a:p>
            <a:r>
              <a:t>Utilize in-situ resource utilization (ISRU)</a:t>
            </a:r>
          </a:p>
          <a:p>
            <a:r>
              <a:t>Develop food production systems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Budget &amp;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Estimated Cost: $500 Billion over 10 years</a:t>
            </a:r>
          </a:p>
          <a:p>
            <a:r>
              <a:t>Primary Risk: Radiation exposure during transit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